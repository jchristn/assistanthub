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7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723" autoAdjust="0"/>
  </p:normalViewPr>
  <p:slideViewPr>
    <p:cSldViewPr snapToGrid="0">
      <p:cViewPr>
        <p:scale>
          <a:sx n="150" d="100"/>
          <a:sy n="150" d="100"/>
        </p:scale>
        <p:origin x="108" y="-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F5390-9699-4963-8D30-2AE25813A3A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D64D6-2BB4-4BD8-8744-DE1654708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8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93D9-E826-DC01-3139-DB44FB3B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421D6-0D42-66EE-4FC4-807D0055E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23510-A7BE-1B3B-A2B9-B4B7B4900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Font: Segoe UI Black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7BCCE-5800-14AE-504B-555637458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D64D6-2BB4-4BD8-8744-DE16547087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18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Font: Segoe UI Black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D64D6-2BB4-4BD8-8744-DE16547087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04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39021-FB33-AF6F-2FD4-511A2620D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74787-2016-68AB-A574-F0AEDC49E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BF0B2-2D42-DA33-3627-1E7F36B2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324EB-DF0C-9D82-0162-9BE5B0B2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D45AC-B9C0-A005-83EE-ECFED89D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4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79C7-ECF0-6DB5-1795-B892B472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86EE-481B-FE1B-1882-818898BC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45112-89D8-0D54-6826-BA408EC39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FC8F1-79ED-ADBC-0485-4F10FC27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F77BB-57FF-BC49-8A92-DAE9D74BB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98B5-0978-0813-AF88-299FDBE8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6ED26-46C7-37B8-B5C8-48DD4488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E102D-F993-507E-4096-65CE563A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19034-0A0A-AF1B-888B-3F4A6756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2CA96-9961-41F2-E6D8-E01D180E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2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E70B-E785-4389-D99E-F12D8F81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DECCA-3FE6-5B1A-40F9-EBAAD6F57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FFA36-02FC-B320-C84D-58DD97E32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09EDC-A8AD-D2BB-25C7-7C260A2B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601EF-7E54-10B1-CA18-D8A3D5D2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D3747-7D23-8025-76BB-C8AA4599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0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D4F8-B8DB-8B21-5E33-D1D4F031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26C9A-EADA-A113-4EC3-6B1562503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7A834-AA1F-CFC0-F460-E01C52B9B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CD9B50-A82D-1C55-BE61-49EF2493B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A0087-BD44-742A-E8F4-4F1A43078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77D97-DE5C-B244-DD9E-2DA08B9B5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120DE4-7769-4302-72CA-52DFC390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83297-20E9-00F0-1826-9DC5034D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1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D1E7-4F44-232F-B1BD-D3B1EE85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C5DCE-0FA5-6498-96DE-0473125A4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21F58-B073-15F0-05E0-7596CFB8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A15B0-6AEF-D707-2773-D44ABC0D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7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69DA12-0CB4-07F5-2758-E0E31C18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2E94F-4C69-ED3E-9538-E318D395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33032-97E4-7540-D513-FCB1CEE3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8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FE54-BB72-D458-B818-FA8674B2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2BDF-6F52-2AC4-332E-6C4D78C12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0396C-D213-5188-F0C8-1BD7DA5A5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08EB2-0401-BBC8-EE98-C9BD38AA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49D93-869C-71B2-AF21-75CBDBF6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60472-22AF-46E1-1CCD-1E810D09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3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566B-7804-482F-55F5-7B09FD79D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BEF10-1433-0E25-DD09-784062963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4504C-BDDC-2A4F-65F5-2C5E4D2A7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F7198-B83F-6F26-7007-D4C5A5B7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F5765-5FE6-3D64-13D6-2087B58A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3BD89-EF0B-085E-6217-A4704282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0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D924-34D7-5C70-80F5-C8C600A1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CB60D-00A9-922B-8B83-D5A5BBFC9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29C4B-9B3C-10D0-381F-D41730E3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BD4F5-D075-F91B-2ACE-D9C1E913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E3583-BA86-58FC-2E5B-A56020A1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9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B7FFA-48A5-8E2E-90FE-183FDDD84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22B35-1A4D-6811-AAB0-2D3C1AF49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CF665-01D7-CD4F-CF1A-7F7C805D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5E96E-6782-B7A5-CA78-28136E8D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73B15-286D-651F-05F2-CA6A10CE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5AC87-FF64-2C0F-107F-DACDC6F6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268F9-612A-EEEF-CC03-011D62644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0B0D0-09FD-B9C1-1272-E4CB202F2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0C6B1-24CD-49FC-B641-470873D5DF2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1F764-B57B-92DE-88C9-03D62823E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89972-7FCB-3FEA-EF50-F2BAF0D6E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803A2-8DB8-4D85-8CCD-C7418E9A9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3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06B2-B285-CA59-A94D-FB5F508B0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88A753-6F48-CC1B-31A0-37E07D323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586" y="435589"/>
            <a:ext cx="7286828" cy="4857885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0A7569-DD9B-1C20-6A6C-69DCC7F4FB59}"/>
              </a:ext>
            </a:extLst>
          </p:cNvPr>
          <p:cNvSpPr txBox="1"/>
          <p:nvPr/>
        </p:nvSpPr>
        <p:spPr>
          <a:xfrm>
            <a:off x="2357186" y="4889863"/>
            <a:ext cx="7477628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2A79F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AssistantHub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99FC2B-C385-9F58-F207-5856B1706C41}"/>
              </a:ext>
            </a:extLst>
          </p:cNvPr>
          <p:cNvCxnSpPr/>
          <p:nvPr/>
        </p:nvCxnSpPr>
        <p:spPr>
          <a:xfrm>
            <a:off x="2674777" y="0"/>
            <a:ext cx="0" cy="685800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3229D3-340A-C23E-EDE9-0D9211BE82BC}"/>
              </a:ext>
            </a:extLst>
          </p:cNvPr>
          <p:cNvCxnSpPr/>
          <p:nvPr/>
        </p:nvCxnSpPr>
        <p:spPr>
          <a:xfrm>
            <a:off x="9490105" y="0"/>
            <a:ext cx="0" cy="685800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45A95F-6D22-7D9D-A0D5-EF56BF067474}"/>
              </a:ext>
            </a:extLst>
          </p:cNvPr>
          <p:cNvCxnSpPr>
            <a:cxnSpLocks/>
          </p:cNvCxnSpPr>
          <p:nvPr/>
        </p:nvCxnSpPr>
        <p:spPr>
          <a:xfrm>
            <a:off x="2452586" y="435589"/>
            <a:ext cx="7286828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7A5992-E7AE-199B-FAEC-35BABF53D629}"/>
              </a:ext>
            </a:extLst>
          </p:cNvPr>
          <p:cNvCxnSpPr>
            <a:cxnSpLocks/>
          </p:cNvCxnSpPr>
          <p:nvPr/>
        </p:nvCxnSpPr>
        <p:spPr>
          <a:xfrm>
            <a:off x="2474007" y="6168639"/>
            <a:ext cx="7286828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92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411033-C76E-B68F-3920-59701AA56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586" y="435589"/>
            <a:ext cx="7286828" cy="4857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6FF296-9907-885B-DFDA-B6BD2E5D8963}"/>
              </a:ext>
            </a:extLst>
          </p:cNvPr>
          <p:cNvSpPr txBox="1"/>
          <p:nvPr/>
        </p:nvSpPr>
        <p:spPr>
          <a:xfrm>
            <a:off x="2357186" y="4889863"/>
            <a:ext cx="7477628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2A79F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AssistantHub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EACAC4-8DB8-0BC6-DFEB-0A63A5E1AB6B}"/>
              </a:ext>
            </a:extLst>
          </p:cNvPr>
          <p:cNvCxnSpPr/>
          <p:nvPr/>
        </p:nvCxnSpPr>
        <p:spPr>
          <a:xfrm>
            <a:off x="2674777" y="0"/>
            <a:ext cx="0" cy="685800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FE0E35-CD62-6288-DC98-F15655F863BF}"/>
              </a:ext>
            </a:extLst>
          </p:cNvPr>
          <p:cNvCxnSpPr/>
          <p:nvPr/>
        </p:nvCxnSpPr>
        <p:spPr>
          <a:xfrm>
            <a:off x="9490105" y="0"/>
            <a:ext cx="0" cy="685800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F9ABA-1BBB-BF3C-49A3-9BB81CF6F943}"/>
              </a:ext>
            </a:extLst>
          </p:cNvPr>
          <p:cNvCxnSpPr>
            <a:cxnSpLocks/>
          </p:cNvCxnSpPr>
          <p:nvPr/>
        </p:nvCxnSpPr>
        <p:spPr>
          <a:xfrm>
            <a:off x="2452586" y="435589"/>
            <a:ext cx="7286828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92CB1F-29D7-E1F9-626F-1B230F271268}"/>
              </a:ext>
            </a:extLst>
          </p:cNvPr>
          <p:cNvCxnSpPr>
            <a:cxnSpLocks/>
          </p:cNvCxnSpPr>
          <p:nvPr/>
        </p:nvCxnSpPr>
        <p:spPr>
          <a:xfrm>
            <a:off x="2474007" y="6168639"/>
            <a:ext cx="7286828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77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</Words>
  <Application>Microsoft Office PowerPoint</Application>
  <PresentationFormat>Widescreen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 Black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Christner</dc:creator>
  <cp:lastModifiedBy>Joel Christner</cp:lastModifiedBy>
  <cp:revision>3</cp:revision>
  <dcterms:created xsi:type="dcterms:W3CDTF">2026-02-22T23:11:59Z</dcterms:created>
  <dcterms:modified xsi:type="dcterms:W3CDTF">2026-02-22T23:18:13Z</dcterms:modified>
</cp:coreProperties>
</file>